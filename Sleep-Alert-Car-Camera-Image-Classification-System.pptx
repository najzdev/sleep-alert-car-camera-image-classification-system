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7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Excellence Center · Advanced Python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ALERT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Driver Drowsiness Detection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Camera Image Classification for Driver Safety Monitoring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Edge-Vision Analytics &amp; Computer Vision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280160" cy="292608"/>
          </a:xfrm>
          <a:prstGeom prst="rect">
            <a:avLst/>
          </a:prstGeom>
          <a:solidFill>
            <a:srgbClr val="0891B2">
              <a:alpha val="3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3657600"/>
            <a:ext cx="1280160" cy="292608"/>
          </a:xfrm>
          <a:prstGeom prst="rect">
            <a:avLst/>
          </a:prstGeom>
          <a:solidFill>
            <a:srgbClr val="0891B2">
              <a:alpha val="3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657600"/>
            <a:ext cx="1280160" cy="292608"/>
          </a:xfrm>
          <a:prstGeom prst="rect">
            <a:avLst/>
          </a:prstGeom>
          <a:solidFill>
            <a:srgbClr val="0891B2">
              <a:alpha val="3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0"/>
            <a:ext cx="1280160" cy="292608"/>
          </a:xfrm>
          <a:prstGeom prst="rect">
            <a:avLst/>
          </a:prstGeom>
          <a:solidFill>
            <a:srgbClr val="0891B2">
              <a:alpha val="3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657600"/>
            <a:ext cx="1280160" cy="292608"/>
          </a:xfrm>
          <a:prstGeom prst="rect">
            <a:avLst/>
          </a:prstGeom>
          <a:solidFill>
            <a:srgbClr val="0891B2">
              <a:alpha val="3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LABBAALLI Hamza  ·  MAAROUF Yassine  ·  ID-BOUBRIK Abdelouahed  ·  IDDAHA Soumaya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DROWSY DRIVING CRISIS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Why This Matters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164592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100,000+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Police-reported crashes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the US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234440"/>
            <a:ext cx="2560320" cy="164592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23444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630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1,550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5661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 per year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driving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234440"/>
            <a:ext cx="2560320" cy="164592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234440"/>
            <a:ext cx="256032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630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$12.5B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40080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cost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drowsy driving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 Factors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34747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deprivation: Less than 6 hours doubles crash risk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driving hours: Monotonous highway driving induces fatigue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drowsiness at 2–6 AM and 2–4 PM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drivers face 2x higher risk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303520" y="3200400"/>
            <a:ext cx="3474720" cy="1371600"/>
          </a:xfrm>
          <a:prstGeom prst="rect">
            <a:avLst/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Need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systems that can detect early signs of drowsiness and alert drivers before accidents occur — affordable, non-intrusive, and edge-deployable.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AI Monitoring System — Sleep Alert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classification service designed for low-resource edge scenarios, using computer vision to continuously monitor driver states and classify them in real-time.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560320" cy="146304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659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open, driver attentive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35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560320" cy="146304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7830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659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DROWSY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6616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closing frequently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35–75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560320" cy="146304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7830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9659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&gt; 2s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75 — Immediate alert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Pipeline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886200"/>
            <a:ext cx="1920240" cy="914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776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0080" y="4297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streams live video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468880" y="3977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2697480" y="3886200"/>
            <a:ext cx="1920240" cy="914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97764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10896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2788920" y="4297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 locate face &amp; eyes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617720" y="3977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4846320" y="3886200"/>
            <a:ext cx="1920240" cy="914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97764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5780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937760" y="4297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state → Drowsiness score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766560" y="3977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0"/>
          <p:cNvSpPr/>
          <p:nvPr/>
        </p:nvSpPr>
        <p:spPr>
          <a:xfrm>
            <a:off x="6995160" y="3886200"/>
            <a:ext cx="1920240" cy="914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977640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40664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7086600" y="4297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audio warnings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&amp; Data Flow — Pro-Vision v2.0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114800" cy="658368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2646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Input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640×480 · 30 FPS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77440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103120"/>
            <a:ext cx="4114800" cy="658368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10312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49424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detection_engine.py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344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FaceDetector · DrowsinessClassifier · FrameAnnotator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37744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926080"/>
            <a:ext cx="4114800" cy="658368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92608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7238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alert_system.py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2344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· EventLogger · JSON Logging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377440" y="35844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749040"/>
            <a:ext cx="4114800" cy="658368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374904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895344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app.py (Streamlit)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3444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· Real-time Metrics · Charts · Event Logs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config.json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face_scale_factor: 1.1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eye_min_neighbors: 5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clahe_clip_limit: 2.0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history_window: 15 frames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drowsy_threshold: 35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sleep_threshold: 75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skip_frames: 2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beep_cooldown: 2.0s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029200" y="3520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pro-vision-v2/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detection_engine.py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alert_system.py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config.json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vision_events.json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DETAILS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 · Classification Logic · Scoring Algorithm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Engine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114800" cy="6400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Haar Cascade Classifiers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face_default.xml + eye.xml + smile.xml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114800" cy="6400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CLAHE Enhancement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 Histogram Equalization (clipLimit=2.0)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114800" cy="6400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ROI-Based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searched only in face region (22%-52% face height)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4114800" cy="6400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 Skipping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every Nth frame for 2-3x speedup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Algorithm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6459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15-Frame Rolling Window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eye closure ratio over last 15 frames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Score (0-100)
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sleep_ratio = closed_frames / total_frames
score = sleep_ratio × 100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prevents false positives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decays when eyes open (recovery)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 Detection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4325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blinks vs. closure · Tracks blinks/30s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patterns trigger warnings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THREE-STATE CLASSIFICATION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Criteria · System Response · Confidence Levels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Criteria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&gt; 0.25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blink frequency (15-20/min)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 &gt; 90% of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Response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status indicator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monitoring, no alerts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95%+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DROWSY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State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Criteria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0.15-0.25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blink frequency (&lt;10/min)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 70-90% of 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Response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warning indicator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alert tone, 'Take a break'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85-95%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Criteria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&lt; 0.15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closed &gt; 2 seconds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eye movement detected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Response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critical alert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alarm, flashing screen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90%+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9748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FPS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697480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6320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5160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Advanced Python Concepts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109728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984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3.9+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OOP, decorators,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functions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1188720"/>
            <a:ext cx="2560320" cy="109728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1887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2984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6616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classifiers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face, eye, smile detection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560320" cy="109728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1887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984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video streaming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" y="2560320"/>
            <a:ext cx="2560320" cy="109728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25603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67004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/ Pandas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operations, metrics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data analysis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383280" y="2560320"/>
            <a:ext cx="2560320" cy="109728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83280" y="25603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67004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Haar Cascade XML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56616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classifiers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217920" y="2560320"/>
            <a:ext cx="2560320" cy="109728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256032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67004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6656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Architecture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40080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low-resource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works offline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4864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Python Concepts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4864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 ·  Decorators (@timer, @logger)  ·  First-Class Functions  ·  Async/Concurrency  ·  MLOps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Interface · Benchmarks · Test Results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554480"/>
          <a:ext cx="3291840" cy="17922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FPS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Features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2062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feed with bounding boxes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state classification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score chart over time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 trend &amp; event logs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Controls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0" y="4206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Mode: Live / Demo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Sensitivity: 3-20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Skip: 1-5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Audio/Visual alerts toggle</a:t>
            </a:r>
            <a:endParaRPr lang="en-US" sz="900" dirty="0"/>
          </a:p>
        </p:txBody>
      </p:sp>
      <p:pic>
        <p:nvPicPr>
          <p:cNvPr id="16" name="Picture 15" descr="A screenshot of a video chat">
            <a:extLst>
              <a:ext uri="{FF2B5EF4-FFF2-40B4-BE49-F238E27FC236}">
                <a16:creationId xmlns:a16="http://schemas.microsoft.com/office/drawing/2014/main" id="{E1A5E861-3F18-925F-F0D5-6999893B7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167513"/>
            <a:ext cx="4417370" cy="2566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&amp; APPLICATIONS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Scenarios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128016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Management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driver fatigue across commercial fleets.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↓ 45% · ROI: 300%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234440"/>
            <a:ext cx="3931920" cy="128016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234440"/>
            <a:ext cx="54864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Long-Haul Trucking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catastrophic highway accidents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fatigue and highway hypnosis.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788920"/>
            <a:ext cx="3931920" cy="128016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788920"/>
            <a:ext cx="54864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Vehicles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8016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integration for families.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$2.1B · Growth: 15%/yr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46320" y="2788920"/>
            <a:ext cx="3931920" cy="1280160"/>
          </a:xfrm>
          <a:prstGeom prst="rect">
            <a:avLst/>
          </a:prstGeom>
          <a:solidFill>
            <a:srgbClr val="172033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2788920"/>
            <a:ext cx="54864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718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Ride-Sharing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passenger safety in Uber/Lyft.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 building.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0" y="4343400"/>
            <a:ext cx="365760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926080" y="4370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$3.2B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monitoring systems market by 2028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SETUP &amp; EDGE DEPLOYMENT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 · Hardware Requirements · Edge Compatibility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Start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389120" cy="50292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Repository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8105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https://github.com/najzdev/Sleep-Alert-...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4389120" cy="50292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Dependencies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432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opencv-python numpy pandas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4389120" cy="50292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Application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0540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streamlit run app.py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4389120" cy="50292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465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675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Auto-opens at http://localhost:8501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Requirements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508760"/>
          <a:ext cx="3474720" cy="1280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 2.0GHz+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minimum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720p+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0352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Device Compatibility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303520" y="3246120"/>
            <a:ext cx="3474720" cy="4114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0" y="3264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 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0" y="34472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optimized, 15-20 FPS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303520" y="3749040"/>
            <a:ext cx="3474720" cy="4114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0" y="3767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NVIDIA Jetson Nano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0" y="39502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acceleration, 25-30 FPS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03520" y="4251960"/>
            <a:ext cx="3474720" cy="411480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0" y="4270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In-Vehicle Systems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0" y="44531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automotive ECUs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4590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 — All processing happens locally, ensuring privacy, low latency, and offline operation.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2.0+ Enhancements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v2.0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1673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234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28800" y="1508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CNN/LSTM models (target: 98%+)  ·  Transfer Learning (ResNet, MobileNet)  ·  Continuous online learning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938528"/>
            <a:ext cx="8046720" cy="6217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938528"/>
            <a:ext cx="54864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984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v2.5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06654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Multi-Driver &amp; Fleet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828800" y="22585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multi-driver monitoring  ·  Driver identification &amp; profiles  ·  Personalized alert thresholds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8046720" cy="6217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9" name="Shape 15"/>
          <p:cNvSpPr/>
          <p:nvPr/>
        </p:nvSpPr>
        <p:spPr>
          <a:xfrm>
            <a:off x="548640" y="268833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2734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v3.0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81635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Integration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828800" y="30083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support (speed, steering)  ·  Haptic steering wheel feedback  ·  Lane-keeping assist activation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" y="3438144"/>
            <a:ext cx="8046720" cy="6217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438144"/>
            <a:ext cx="54864" cy="6217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1"/>
          <p:cNvSpPr/>
          <p:nvPr/>
        </p:nvSpPr>
        <p:spPr>
          <a:xfrm>
            <a:off x="731520" y="3483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v4.0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56616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82880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&amp; Mobile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828800" y="37581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monitoring dashboard  ·  Push notifications for critical states  ·  Predictive analytics &amp; compliance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48640" y="4187952"/>
            <a:ext cx="8046720" cy="62179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31" name="Shape 25"/>
          <p:cNvSpPr/>
          <p:nvPr/>
        </p:nvSpPr>
        <p:spPr>
          <a:xfrm>
            <a:off x="548640" y="4187952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26"/>
          <p:cNvSpPr/>
          <p:nvPr/>
        </p:nvSpPr>
        <p:spPr>
          <a:xfrm>
            <a:off x="731520" y="4233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v5.0</a:t>
            </a:r>
            <a:endParaRPr lang="en-US" sz="12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31596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28800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Expanded Detection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828800" y="45079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detection (phone usage)  ·  Emotion &amp; stress analysis  ·  Gaze tracking &amp; attention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Alert System — Real-Time Driver Safety Through Edge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concepts applied to a real-world safety problem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 edge vision system with &lt;100ms latency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in three-state drowsiness classification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solution for resource-constrained devices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749040" cy="38404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4813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16642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accidents by detecting drowsiness early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3749040" cy="38404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Effective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21214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accident-related costs by 45%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749040" cy="38404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395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Edge-Optimized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578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dependency, works offline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2834640"/>
            <a:ext cx="3749040" cy="38404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852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30358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vehicles to enterprise fleets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Sleep Alert system demonstrates the practical application of advanced Python programming to solve a critical real-world safety problem. By combining computer vision, edge computing, and modern software engineering, we created a solution that can save lives on the road.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github.com/najzdev/Sleep-Alert-Car-Camera-Image-Classification-System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LABBAALLI Hamza  ·  MAAROUF Yassine  ·  ID-BOUBRIK Abdelouahed  ·  IDDAHA Soumaya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Excellence Center · Advanced Python Programming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1283</Words>
  <Application>Microsoft Office PowerPoint</Application>
  <PresentationFormat>On-screen Show (16:9)</PresentationFormat>
  <Paragraphs>296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Alert - Driver Drowsiness Detection System</dc:title>
  <dc:subject>PptxGenJS Presentation</dc:subject>
  <dc:creator>Sleep Alert Team</dc:creator>
  <cp:lastModifiedBy>yassine maarouf</cp:lastModifiedBy>
  <cp:revision>3</cp:revision>
  <dcterms:created xsi:type="dcterms:W3CDTF">2026-04-12T13:48:55Z</dcterms:created>
  <dcterms:modified xsi:type="dcterms:W3CDTF">2026-04-12T19:34:35Z</dcterms:modified>
</cp:coreProperties>
</file>